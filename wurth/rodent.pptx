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620C7-782B-446D-B5DC-54958A388DCB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8EDD5C-F387-4927-863F-92E84DFEF7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048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8EDD5C-F387-4927-863F-92E84DFEF7D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331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675C5-69CB-6527-A80D-C1D45168FA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B6DF1D-49A8-E5A5-0CC7-60FA03E15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6FB39-EAF4-E237-6BEE-DD040FD7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22FB-B5C1-4B08-BCD4-6F6405B6901D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6FA16-9597-E91A-DE79-4C57EB8C1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0C684-1DF4-696E-6B09-41BB8F4CF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6822-05E0-4EBE-A629-60A8EAFC9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99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06628-60C6-C308-3096-6DE2EF569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104F0-6B2D-B849-A579-8233A097C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7D59C-ED72-601A-3628-10653AE2C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22FB-B5C1-4B08-BCD4-6F6405B6901D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D8035-6BBE-A905-5812-29985B52F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C4D71-EA81-8A69-2113-B9E43DD20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6822-05E0-4EBE-A629-60A8EAFC9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472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41873-61EF-F95B-FEEE-009EDBB62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B9464-1F4F-4F2F-59DA-2F1E19CC0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66D7D-CB05-1E1C-BAA9-54D80F141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22FB-B5C1-4B08-BCD4-6F6405B6901D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945DA-2E35-F562-3F82-82C7CEEE7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B0206-3436-570E-D8C9-58B7E739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6822-05E0-4EBE-A629-60A8EAFC9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624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FB591-0498-C708-C8A9-9DD87529A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959E1-535E-81CD-546B-65FC3C5E5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78080-6811-A940-2F58-1295A6E992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05B08-2F59-0754-78AB-4D90AE03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22FB-B5C1-4B08-BCD4-6F6405B6901D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210DA-29E3-C123-2E22-C10D84F44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997578-FE7F-C203-4E6C-3BEE81D20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6822-05E0-4EBE-A629-60A8EAFC9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77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A21A-8032-642F-11CB-649531644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01E43-D7DF-8EE2-FB3D-085C3777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07D5FB-61FD-5ED6-357F-95FF9D69B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86F9CC-4E60-7CFB-7C5B-63630F2647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575AF7-BD14-FD83-A0C7-66EC4D91B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D88FAA-2824-6F7B-657E-26671E0F4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22FB-B5C1-4B08-BCD4-6F6405B6901D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9B2E7B-198A-6DFE-675A-FE09C7510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9513B9-3A8D-EF35-6C29-629EDDEEE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6822-05E0-4EBE-A629-60A8EAFC9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289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451EA-3195-CFF7-4E60-9B5FF8A0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F743E3-CB0E-3AE1-220D-A6F43CA22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22FB-B5C1-4B08-BCD4-6F6405B6901D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F7D1AC-5A80-9F40-9D5B-C9F45CD8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20326-6380-1DA4-C1E3-8B03AAA50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6822-05E0-4EBE-A629-60A8EAFC9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329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669658-C4E5-79E4-6D21-1942D611B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22FB-B5C1-4B08-BCD4-6F6405B6901D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32ACC7-6606-96C9-95CF-19E206200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54C3C6-5DD1-50C7-A371-E0F8C9C2B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6822-05E0-4EBE-A629-60A8EAFC9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202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57D2D-3150-5C52-1894-8C1AB14DA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B6EEE-32D1-3D48-B99C-AA410F20E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88E375-65CB-8078-3A4C-C155BB407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42D7A-B092-880B-4C3F-3BA1D2B5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22FB-B5C1-4B08-BCD4-6F6405B6901D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959FEB-EF45-E741-EDAA-F4720CF23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B02BE8-959B-683C-4B32-013E24462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6822-05E0-4EBE-A629-60A8EAFC9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005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2A52-4C90-5C5D-907D-1536F6ED3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F34604-8187-9CF2-7F3E-9968D4634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DA92D-47CF-561B-AEB2-7530E314A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4553A-8DE1-F561-DF5C-7606960B9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22FB-B5C1-4B08-BCD4-6F6405B6901D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DDC05-6DA6-C623-3844-2F6F84038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DFC4F-5918-D386-D1C4-F3A1E8C86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6822-05E0-4EBE-A629-60A8EAFC9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441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C5202-AC9D-3B8B-7BC6-B628D012E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1F143-EDBD-6E91-C98B-4716D2649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1E16D-7EBC-1E45-20C2-2CEF2A9C5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22FB-B5C1-4B08-BCD4-6F6405B6901D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73D4E-7698-FF75-EC85-C5C479001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A91B7-3378-E277-8C5B-418AD37F5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6822-05E0-4EBE-A629-60A8EAFC9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5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A8BB0F-721F-B87E-8537-5795514BA5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EA6A3-8244-26D1-E371-B916C7EBA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18E67-B040-D09D-DBC1-9499A628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F22FB-B5C1-4B08-BCD4-6F6405B6901D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52DB9-4422-C08E-701E-43079D453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5AD1A-0ACF-9653-675B-6364C1D31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86822-05E0-4EBE-A629-60A8EAFC9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091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29BDD3-A902-08E2-E594-CD670F955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68FE0-E004-BB0E-C649-C2434008B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D3806-800F-1C08-EAD5-AE32002338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F22FB-B5C1-4B08-BCD4-6F6405B6901D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48A28-40BB-3A7C-133F-01C35FB3FE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853BE-EAC6-B81A-85C5-85E73AC27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86822-05E0-4EBE-A629-60A8EAFC9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792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B03507F-67C1-E81C-0DEA-01062171E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023" y="78657"/>
            <a:ext cx="12879635" cy="743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958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BAADF-4C03-BA93-565E-2506B5FA2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Arial Rounded MT Bold" panose="020F0704030504030204" pitchFamily="34" charset="0"/>
              </a:rPr>
              <a:t>What is Rodent Treatment </a:t>
            </a:r>
            <a:endParaRPr lang="en-IN" dirty="0">
              <a:solidFill>
                <a:schemeClr val="accent6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5FFD-A25F-5231-578A-DA974AEF9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•Process of controlling rats and mice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•Prevents damage and health risks</a:t>
            </a:r>
            <a:endParaRPr lang="en-IN" sz="3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0A6B03-6B8C-065F-D95E-C33AF1EF07F8}"/>
              </a:ext>
            </a:extLst>
          </p:cNvPr>
          <p:cNvSpPr/>
          <p:nvPr/>
        </p:nvSpPr>
        <p:spPr>
          <a:xfrm>
            <a:off x="8013290" y="204019"/>
            <a:ext cx="3952567" cy="644996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717FE3-2AC2-98BC-1451-8A1D1043A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3368" y="2689046"/>
            <a:ext cx="3897717" cy="3726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45870-0950-9E16-B9A6-F64B0A860CB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794" y="1127519"/>
            <a:ext cx="1921558" cy="42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455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66A96-A2AC-25A9-D253-CA487FF94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587" y="89976"/>
            <a:ext cx="9144000" cy="2387600"/>
          </a:xfrm>
        </p:spPr>
        <p:txBody>
          <a:bodyPr/>
          <a:lstStyle/>
          <a:p>
            <a:pPr marL="0" marR="0" lvl="0" indent="0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Why Rodent Control is Important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27BA7-4CB5-F675-E6F1-2C56AFBA4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2890" y="2074606"/>
            <a:ext cx="9517627" cy="3033252"/>
          </a:xfrm>
        </p:spPr>
        <p:txBody>
          <a:bodyPr>
            <a:normAutofit/>
          </a:bodyPr>
          <a:lstStyle/>
          <a:p>
            <a:pPr algn="l"/>
            <a:r>
              <a:rPr lang="en-US" sz="2800" dirty="0"/>
              <a:t>•Avoid wiring &amp; interior damage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•Prevent diseases</a:t>
            </a:r>
          </a:p>
          <a:p>
            <a:pPr algn="l"/>
            <a:endParaRPr lang="en-US" sz="2800" dirty="0"/>
          </a:p>
          <a:p>
            <a:pPr algn="l"/>
            <a:r>
              <a:rPr lang="en-US" sz="2800" dirty="0"/>
              <a:t>•Protect property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0232F-1DB6-6764-0F2F-0CCA76993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5339" y="2854785"/>
            <a:ext cx="5618293" cy="391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61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1EA38-C3B3-D5A1-5FEF-7E14B88348DE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2644876" y="204506"/>
            <a:ext cx="5157788" cy="823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Berlin Sans FB" panose="020E0602020502020306" pitchFamily="34" charset="0"/>
              </a:rPr>
              <a:t>Rodent Treatment Process</a:t>
            </a:r>
            <a:endParaRPr lang="en-IN" sz="3600" dirty="0">
              <a:solidFill>
                <a:schemeClr val="accent5">
                  <a:lumMod val="75000"/>
                </a:schemeClr>
              </a:solidFill>
              <a:latin typeface="Berlin Sans FB" panose="020E0602020502020306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10F1F-C0DF-67BE-7161-0560DDA4D32D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192547" y="1375542"/>
            <a:ext cx="10733982" cy="5234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Inspection</a:t>
            </a:r>
          </a:p>
          <a:p>
            <a:pPr marL="0" indent="0">
              <a:buNone/>
            </a:pPr>
            <a:r>
              <a:rPr lang="en-US" sz="3200" dirty="0"/>
              <a:t>                                        </a:t>
            </a:r>
          </a:p>
          <a:p>
            <a:pPr marL="0" indent="0">
              <a:buNone/>
            </a:pPr>
            <a:r>
              <a:rPr lang="en-US" sz="3200" dirty="0"/>
              <a:t>                                         Cleaning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                                               </a:t>
            </a:r>
          </a:p>
          <a:p>
            <a:pPr marL="0" indent="0">
              <a:buNone/>
            </a:pPr>
            <a:r>
              <a:rPr lang="en-US" sz="3200" dirty="0"/>
              <a:t>Chemical treatment using rodent </a:t>
            </a:r>
          </a:p>
          <a:p>
            <a:pPr marL="0" indent="0">
              <a:buNone/>
            </a:pPr>
            <a:r>
              <a:rPr lang="en-US" sz="3200" dirty="0"/>
              <a:t>                </a:t>
            </a:r>
          </a:p>
          <a:p>
            <a:pPr marL="0" indent="0">
              <a:buNone/>
            </a:pPr>
            <a:r>
              <a:rPr lang="en-US" sz="3200" dirty="0"/>
              <a:t>                                         Blocking entry points</a:t>
            </a:r>
            <a:endParaRPr lang="en-IN" sz="3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CD956B-9F80-EC23-31BA-C63A695D4C15}"/>
              </a:ext>
            </a:extLst>
          </p:cNvPr>
          <p:cNvSpPr/>
          <p:nvPr/>
        </p:nvSpPr>
        <p:spPr>
          <a:xfrm>
            <a:off x="733271" y="1224884"/>
            <a:ext cx="6656438" cy="107171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7EB0F7-821F-BD92-4446-839D42756D99}"/>
              </a:ext>
            </a:extLst>
          </p:cNvPr>
          <p:cNvSpPr/>
          <p:nvPr/>
        </p:nvSpPr>
        <p:spPr>
          <a:xfrm>
            <a:off x="4810815" y="2443930"/>
            <a:ext cx="6656438" cy="107171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5BED20-2162-AEDD-07C3-4BCAAA99B7DB}"/>
              </a:ext>
            </a:extLst>
          </p:cNvPr>
          <p:cNvSpPr/>
          <p:nvPr/>
        </p:nvSpPr>
        <p:spPr>
          <a:xfrm>
            <a:off x="733271" y="3810307"/>
            <a:ext cx="6656438" cy="107171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A3F03D-B2D1-5A4C-1115-3CED1CE0FBB8}"/>
              </a:ext>
            </a:extLst>
          </p:cNvPr>
          <p:cNvSpPr/>
          <p:nvPr/>
        </p:nvSpPr>
        <p:spPr>
          <a:xfrm>
            <a:off x="4810815" y="5099229"/>
            <a:ext cx="6656438" cy="107171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609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979524-06F9-8A65-AEF6-985E10D98A73}"/>
              </a:ext>
            </a:extLst>
          </p:cNvPr>
          <p:cNvSpPr txBox="1"/>
          <p:nvPr/>
        </p:nvSpPr>
        <p:spPr>
          <a:xfrm>
            <a:off x="1563329" y="1542263"/>
            <a:ext cx="6096000" cy="2471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•Long-term protection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•Safe &amp; hygienic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•Cost saving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•Peace of mind</a:t>
            </a:r>
            <a:endParaRPr kumimoji="0" lang="en-I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EE99F-5140-8C15-1191-81F53E399A30}"/>
              </a:ext>
            </a:extLst>
          </p:cNvPr>
          <p:cNvSpPr txBox="1"/>
          <p:nvPr/>
        </p:nvSpPr>
        <p:spPr>
          <a:xfrm>
            <a:off x="1651819" y="693999"/>
            <a:ext cx="75806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Berlin Sans FB" panose="020E0602020502020306" pitchFamily="34" charset="0"/>
                <a:ea typeface="+mn-ea"/>
                <a:cs typeface="+mn-cs"/>
              </a:rPr>
              <a:t>Benefits of Rodent Treatment</a:t>
            </a:r>
            <a:endParaRPr kumimoji="0" lang="en-IN" sz="4000" b="1" i="0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Berlin Sans FB" panose="020E0602020502020306" pitchFamily="34" charset="0"/>
              <a:ea typeface="+mn-ea"/>
              <a:cs typeface="+mn-cs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7117BD3-B3C1-61EE-A6DC-DB9E284AFB70}"/>
              </a:ext>
            </a:extLst>
          </p:cNvPr>
          <p:cNvSpPr/>
          <p:nvPr/>
        </p:nvSpPr>
        <p:spPr>
          <a:xfrm>
            <a:off x="235974" y="196645"/>
            <a:ext cx="8209936" cy="5594555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84B88B-C501-8178-E532-61F621E5AC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361" y="3667432"/>
            <a:ext cx="5743576" cy="295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69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E0BE27E-7517-1750-FA22-69BFBBD7898F}"/>
              </a:ext>
            </a:extLst>
          </p:cNvPr>
          <p:cNvSpPr txBox="1"/>
          <p:nvPr/>
        </p:nvSpPr>
        <p:spPr>
          <a:xfrm>
            <a:off x="668594" y="550607"/>
            <a:ext cx="8475406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6">
                    <a:lumMod val="75000"/>
                  </a:schemeClr>
                </a:solidFill>
                <a:latin typeface="Aptos Display" panose="020B0004020202020204" pitchFamily="34" charset="0"/>
              </a:rPr>
              <a:t>Safety Measures Used</a:t>
            </a:r>
          </a:p>
          <a:p>
            <a:endParaRPr lang="en-US" dirty="0"/>
          </a:p>
          <a:p>
            <a:r>
              <a:rPr lang="en-US" sz="3200" dirty="0">
                <a:solidFill>
                  <a:schemeClr val="bg2">
                    <a:lumMod val="25000"/>
                  </a:schemeClr>
                </a:solidFill>
              </a:rPr>
              <a:t>•Eco-friendly chemicals</a:t>
            </a:r>
          </a:p>
          <a:p>
            <a:endParaRPr lang="en-US" sz="32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3200" dirty="0">
                <a:solidFill>
                  <a:schemeClr val="bg2">
                    <a:lumMod val="25000"/>
                  </a:schemeClr>
                </a:solidFill>
              </a:rPr>
              <a:t>•Pet &amp; human safe methods</a:t>
            </a:r>
          </a:p>
          <a:p>
            <a:endParaRPr lang="en-US" sz="32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3200" dirty="0">
                <a:solidFill>
                  <a:schemeClr val="bg2">
                    <a:lumMod val="25000"/>
                  </a:schemeClr>
                </a:solidFill>
              </a:rPr>
              <a:t>•Professional handling</a:t>
            </a:r>
            <a:endParaRPr lang="en-IN" sz="32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60EF7B-2DDE-2CD6-F9DB-46716A137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475" y="1833716"/>
            <a:ext cx="4679319" cy="447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44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594E6D-115C-384D-D907-2FE86BEC5C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680441"/>
            <a:ext cx="12280490" cy="3019378"/>
          </a:xfrm>
          <a:prstGeom prst="rect">
            <a:avLst/>
          </a:prstGeom>
          <a:solidFill>
            <a:srgbClr val="C00000">
              <a:alpha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987E1B-2834-1325-F560-5DE4297567E9}"/>
              </a:ext>
            </a:extLst>
          </p:cNvPr>
          <p:cNvSpPr txBox="1"/>
          <p:nvPr/>
        </p:nvSpPr>
        <p:spPr>
          <a:xfrm>
            <a:off x="3202669" y="2967335"/>
            <a:ext cx="5786662" cy="9233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6000" b="1" dirty="0">
                <a:solidFill>
                  <a:prstClr val="white"/>
                </a:solidFill>
                <a:latin typeface="Century Gothic"/>
              </a:rPr>
              <a:t>THANK</a:t>
            </a:r>
            <a:r>
              <a:rPr lang="en-US" sz="6000" dirty="0">
                <a:solidFill>
                  <a:prstClr val="white"/>
                </a:solidFill>
                <a:latin typeface="Century Gothic"/>
              </a:rPr>
              <a:t> YOU</a:t>
            </a:r>
            <a:endParaRPr lang="en-US" sz="6600" dirty="0">
              <a:solidFill>
                <a:prstClr val="white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850244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Widescreen</PresentationFormat>
  <Paragraphs>33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 Display</vt:lpstr>
      <vt:lpstr>Arial</vt:lpstr>
      <vt:lpstr>Arial Rounded MT Bold</vt:lpstr>
      <vt:lpstr>Berlin Sans FB</vt:lpstr>
      <vt:lpstr>Calibri</vt:lpstr>
      <vt:lpstr>Calibri Light</vt:lpstr>
      <vt:lpstr>Century Gothic</vt:lpstr>
      <vt:lpstr>Office Theme</vt:lpstr>
      <vt:lpstr>PowerPoint Presentation</vt:lpstr>
      <vt:lpstr>What is Rodent Treatment </vt:lpstr>
      <vt:lpstr>Why Rodent Control is Important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anjithak015@outlook.com</dc:creator>
  <cp:lastModifiedBy>anjithak015@outlook.com</cp:lastModifiedBy>
  <cp:revision>1</cp:revision>
  <dcterms:created xsi:type="dcterms:W3CDTF">2026-02-04T16:42:46Z</dcterms:created>
  <dcterms:modified xsi:type="dcterms:W3CDTF">2026-02-04T16:42:47Z</dcterms:modified>
</cp:coreProperties>
</file>