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4" d="100"/>
          <a:sy n="94" d="100"/>
        </p:scale>
        <p:origin x="1138" y="-3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C912B8-FC5A-6400-F493-41D69696A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50398" y="98323"/>
            <a:ext cx="10164801" cy="67596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A689BC0-326E-A129-2C65-E4D9F5155932}"/>
              </a:ext>
            </a:extLst>
          </p:cNvPr>
          <p:cNvSpPr/>
          <p:nvPr/>
        </p:nvSpPr>
        <p:spPr>
          <a:xfrm>
            <a:off x="5312860" y="176111"/>
            <a:ext cx="4106443" cy="5919889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4D32BB1-4A71-F67E-2A1B-B42EBFF7EF9C}"/>
              </a:ext>
            </a:extLst>
          </p:cNvPr>
          <p:cNvSpPr txBox="1">
            <a:spLocks/>
          </p:cNvSpPr>
          <p:nvPr/>
        </p:nvSpPr>
        <p:spPr>
          <a:xfrm>
            <a:off x="5533103" y="460376"/>
            <a:ext cx="3886200" cy="5178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>
                <a:solidFill>
                  <a:schemeClr val="bg1"/>
                </a:solidFill>
                <a:latin typeface="Arial Black" panose="020B0A04020102020204" pitchFamily="34" charset="0"/>
              </a:rPr>
              <a:t>Sound Deadening Pad Treatment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6CCC02E-E6BC-E53F-0E96-E84C022D6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039044"/>
            <a:ext cx="7772400" cy="1470025"/>
          </a:xfrm>
        </p:spPr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89500CE-69C9-25A1-4C44-446D45BD1D0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02876"/>
            <a:ext cx="4201737" cy="9193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1">
                    <a:lumMod val="75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01134"/>
            <a:ext cx="5009535" cy="5257800"/>
          </a:xfrm>
        </p:spPr>
        <p:txBody>
          <a:bodyPr/>
          <a:lstStyle/>
          <a:p>
            <a:r>
              <a:rPr dirty="0"/>
              <a:t>Sound d</a:t>
            </a:r>
            <a:r>
              <a:rPr lang="en-US" dirty="0"/>
              <a:t>e</a:t>
            </a:r>
            <a:r>
              <a:rPr dirty="0"/>
              <a:t>a</a:t>
            </a:r>
            <a:r>
              <a:rPr lang="en-US" dirty="0"/>
              <a:t>den</a:t>
            </a:r>
            <a:r>
              <a:rPr dirty="0"/>
              <a:t>ing pad treatment is used to reduce noise and vibration in vehicles.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dirty="0"/>
              <a:t>Commonly applied on car floor, doors, roof, boot, and engine firewall</a:t>
            </a:r>
            <a:r>
              <a:rPr lang="en-IN" dirty="0"/>
              <a:t>.</a:t>
            </a:r>
          </a:p>
          <a:p>
            <a:pPr marL="457200" lvl="1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24DEC-97FA-2803-9674-7653639B7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692" y="1501134"/>
            <a:ext cx="3471111" cy="43097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Materials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lvl="1"/>
            <a:r>
              <a:rPr dirty="0"/>
              <a:t>Aluminum foil layer for heat resistance.</a:t>
            </a:r>
          </a:p>
          <a:p>
            <a:pPr marL="457200" lvl="1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8B10F-5EBF-D446-3EA5-BBEC9B6A0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856" y="2843198"/>
            <a:ext cx="5177485" cy="3636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Treatment Process – Surface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Clean the surface  to remove dust, oil, and moisture.</a:t>
            </a:r>
          </a:p>
          <a:p>
            <a:pPr lvl="1"/>
            <a:r>
              <a:rPr dirty="0"/>
              <a:t>Ensure the surface is dry and rust-free.</a:t>
            </a:r>
          </a:p>
          <a:p>
            <a:pPr lvl="1"/>
            <a:r>
              <a:rPr dirty="0"/>
              <a:t>Proper cleaning ensures strong adhesion of the pad.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92D3A4-90AE-7549-B43F-FF9DF34CB997}"/>
              </a:ext>
            </a:extLst>
          </p:cNvPr>
          <p:cNvSpPr/>
          <p:nvPr/>
        </p:nvSpPr>
        <p:spPr>
          <a:xfrm>
            <a:off x="304800" y="1417637"/>
            <a:ext cx="8382000" cy="5165725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960D0C-C55E-48FE-C867-F67A629DF4B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189" y="6078896"/>
            <a:ext cx="2100869" cy="459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Treatment Process – Pad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Cut the sound d</a:t>
            </a:r>
            <a:r>
              <a:rPr lang="en-US" dirty="0"/>
              <a:t>e</a:t>
            </a:r>
            <a:r>
              <a:rPr dirty="0"/>
              <a:t>a</a:t>
            </a:r>
            <a:r>
              <a:rPr lang="en-US" dirty="0"/>
              <a:t>den</a:t>
            </a:r>
            <a:r>
              <a:rPr dirty="0"/>
              <a:t>ing pad according to required shape and size.</a:t>
            </a:r>
          </a:p>
          <a:p>
            <a:pPr lvl="1"/>
            <a:r>
              <a:rPr dirty="0"/>
              <a:t>place the pad on the surface.</a:t>
            </a:r>
          </a:p>
          <a:p>
            <a:pPr lvl="1"/>
            <a:r>
              <a:rPr dirty="0"/>
              <a:t>Press firmly using a roller to avoid air bubbles.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98E222-D5FB-9439-9F00-391A373CEE21}"/>
              </a:ext>
            </a:extLst>
          </p:cNvPr>
          <p:cNvSpPr/>
          <p:nvPr/>
        </p:nvSpPr>
        <p:spPr>
          <a:xfrm>
            <a:off x="139846" y="1300492"/>
            <a:ext cx="8391832" cy="472931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97979C-F7F8-E4FC-A5B0-685E70438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716" y="3959378"/>
            <a:ext cx="4689882" cy="26239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accent3">
                    <a:lumMod val="75000"/>
                  </a:schemeClr>
                </a:solidFill>
              </a:rPr>
              <a:t>Benefits of Sound D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a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den</a:t>
            </a:r>
            <a:r>
              <a:rPr dirty="0">
                <a:solidFill>
                  <a:schemeClr val="accent3">
                    <a:lumMod val="75000"/>
                  </a:schemeClr>
                </a:solidFill>
              </a:rPr>
              <a:t>ing Pad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Reduces road noise, engine noise, and vibrations.</a:t>
            </a:r>
          </a:p>
          <a:p>
            <a:pPr lvl="1"/>
            <a:r>
              <a:t>Improves driving comfort and cabin quietness.</a:t>
            </a:r>
          </a:p>
          <a:p>
            <a:pPr lvl="1"/>
            <a:r>
              <a:t>Enhances audio system sound quality.</a:t>
            </a:r>
          </a:p>
          <a:p>
            <a:pPr lvl="1"/>
            <a:r>
              <a:t>Provides additional heat insulation.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3D0BD0-41F5-FBCE-7F9A-9CCE42FC6EEC}"/>
              </a:ext>
            </a:extLst>
          </p:cNvPr>
          <p:cNvSpPr/>
          <p:nvPr/>
        </p:nvSpPr>
        <p:spPr>
          <a:xfrm>
            <a:off x="65315" y="2188029"/>
            <a:ext cx="9078686" cy="2024742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407859-63B6-1BEA-8BB4-4AA18D043AA7}"/>
              </a:ext>
            </a:extLst>
          </p:cNvPr>
          <p:cNvSpPr txBox="1"/>
          <p:nvPr/>
        </p:nvSpPr>
        <p:spPr>
          <a:xfrm>
            <a:off x="3202669" y="2967335"/>
            <a:ext cx="5786662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14400"/>
            <a:r>
              <a:rPr lang="en-US" sz="6000" b="1" dirty="0">
                <a:solidFill>
                  <a:prstClr val="white"/>
                </a:solidFill>
                <a:latin typeface="Century Gothic"/>
              </a:rPr>
              <a:t>THANK</a:t>
            </a:r>
            <a:r>
              <a:rPr lang="en-US" sz="6000" dirty="0">
                <a:solidFill>
                  <a:prstClr val="white"/>
                </a:solidFill>
                <a:latin typeface="Century Gothic"/>
              </a:rPr>
              <a:t> YOU</a:t>
            </a:r>
            <a:endParaRPr lang="en-US" sz="6600" dirty="0">
              <a:solidFill>
                <a:prstClr val="white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45157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161</Words>
  <Application>Microsoft Office PowerPoint</Application>
  <PresentationFormat>On-screen Show (4:3)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Century Gothic</vt:lpstr>
      <vt:lpstr>Office Theme</vt:lpstr>
      <vt:lpstr>.</vt:lpstr>
      <vt:lpstr>Introduction</vt:lpstr>
      <vt:lpstr>Materials Used</vt:lpstr>
      <vt:lpstr>Treatment Process – Surface Preparation</vt:lpstr>
      <vt:lpstr>Treatment Process – Pad Application</vt:lpstr>
      <vt:lpstr>Benefits of Sound Deadening Pad Treatment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ANJITHA</dc:creator>
  <cp:keywords/>
  <dc:description>generated using python-pptx</dc:description>
  <cp:lastModifiedBy>anjithak015@outlook.com</cp:lastModifiedBy>
  <cp:revision>2</cp:revision>
  <dcterms:created xsi:type="dcterms:W3CDTF">2013-01-27T09:14:16Z</dcterms:created>
  <dcterms:modified xsi:type="dcterms:W3CDTF">2026-02-04T17:22:47Z</dcterms:modified>
  <cp:category/>
</cp:coreProperties>
</file>